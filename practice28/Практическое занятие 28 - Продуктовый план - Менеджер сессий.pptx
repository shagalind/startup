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C50CA-B7B9-4AEC-9015-1F9814CAC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1D113A-5A8E-4096-BD41-3A49E289F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C8892-1AE5-4A09-96C8-701715F6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725B-4140-4E42-95D2-93D176AB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D2A15-CEE1-4908-8E3A-91B28B98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70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17ABA-A011-465D-9B07-E5BFBB52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DE6A4B-B9CF-4C65-B40C-2C529EB5F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773744-F929-4D49-AC3F-01C2000F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48CEA-C14A-4657-AB36-61C228F3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A1E1C-22D2-4D37-B5C5-1065C268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94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7311C-C9F9-4E8B-B2FD-8276EB8D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9A0991-E372-42A2-9A37-EDE41B51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3D81FB-DE78-4279-BA21-3C11DB43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7183B8-24D8-4793-9B0F-446D4497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BB38C-FF0A-43C2-9BC3-5C0BBF46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95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CCD28-A38B-47B5-A67A-BD623AD1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772CB-5F8F-4F5D-A49D-179001F39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0FF419-3E25-42B5-BF01-AE4A9D83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352D84-CACC-4491-A267-D84272CA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06D808-52F9-410F-A216-44928FBD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B6AD34-D6F4-4F58-86F9-A7A243B5B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11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5BE77-7B66-445D-8C47-14293EAA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D74E44-B105-4576-8758-F84BE2E98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079EE1-97B3-48A8-8393-4D3988823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6FF299-A3B9-4C40-86CE-11EDD3807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4A933A-B9AA-4D70-BC73-F91D77E94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5E3141-7A85-4412-B8A7-3D82D1FD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FF94D8A-D740-4BBB-8516-1ECA229C5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8A9EF2C-1319-41BB-9CFA-3F517F34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15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199AB-CCC8-45C2-B2C0-1DEFBF4E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007AE7-99D8-4719-A45E-82E0C3F8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1F3118-9C44-4A6E-B9A0-07B0BF06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EE2B76-DE08-4DCB-9FB3-7016A167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42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D5D14E-280A-4CD1-A3C2-627AE647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ECC7DA0-EF60-483A-8230-0F81720A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21D55A-1BDD-49B0-9B2A-B471F1EA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93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7550E-17B5-4C4A-80C2-E62A8E15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859CF-A9A3-44BB-8B04-30B94BB52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FB2A55-5911-4049-B44A-2F15C33F8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43608B-4B5F-41C6-BE65-9E9AB682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D0148B-0BD4-4EC8-8625-D38A2C4A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CCD154-6148-4A85-A334-79A47083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63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25474-EC70-4EC7-A8CE-C65745EAA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BF849B-C0FD-4530-BF72-879611068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27E78-4609-4DAE-A9B0-25F986697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012766-DDE4-4423-A375-48BAC108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962A7D-7435-4DE0-B849-18CCC5DA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474B3-11B7-4E63-A82B-36732E02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94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AC318-CF8C-4A0D-B259-AF5B5469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10D50A-C290-49CE-856E-E676375B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252444-B484-41F6-A42D-05DB76D0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F4F84F-58F9-4E3B-A51E-F4B16734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663652-ABEE-4DC6-85B3-FA2EC4A5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30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04BC89-2EFB-45E6-97AF-F64B21E95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2F2CE7-3D24-44F5-B954-944A835B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B0E94E-8D40-49D3-B040-FCA02EEA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F522F-CFAB-4CB9-B523-B1FD7FA7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3A9572-95E7-4BCD-82E2-0A4B4236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97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8C21E-6690-4995-9B99-3D8A1958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D2F0D1-0903-4CD4-BD71-B10AFAA00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581DC7-C6CF-4F8D-B746-F6E17CEAB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D6570-FC6A-41C5-B882-E39FAB686BE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A7EFC8-6510-48B9-9EA5-80D75E82F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33C89-4BA4-4E63-9E1B-757314048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EF9F5-FAF7-4FCF-9D63-E388648C7E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70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6E37D-8933-45AA-BDFE-D36F4ABC28A3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Session Manager — </a:t>
            </a:r>
            <a:r>
              <a:rPr lang="ru-RU" sz="2800" b="1"/>
              <a:t>продуктовый план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89689-6CDB-4567-880F-437B929580E2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Менеджер сессий | Команда: Голикова, Кушаева, Шагалин, Шибанов</a:t>
            </a:r>
          </a:p>
          <a:p>
            <a:r>
              <a:rPr lang="ru-RU" sz="1700"/>
              <a:t>• Практическое занятие №28 | Pre-seed → MVP</a:t>
            </a:r>
          </a:p>
        </p:txBody>
      </p:sp>
    </p:spTree>
    <p:extLst>
      <p:ext uri="{BB962C8B-B14F-4D97-AF65-F5344CB8AC3E}">
        <p14:creationId xmlns:p14="http://schemas.microsoft.com/office/powerpoint/2010/main" val="319480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1F851-D949-48F7-A8DD-D212F0C4F517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Продукт и стадия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2C595-6C9C-49E8-BBAA-99C720045A57}"/>
              </a:ext>
            </a:extLst>
          </p:cNvPr>
          <p:cNvSpPr txBox="1"/>
          <p:nvPr/>
        </p:nvSpPr>
        <p:spPr>
          <a:xfrm>
            <a:off x="457200" y="1219200"/>
            <a:ext cx="82296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/>
              <a:t>• QR-</a:t>
            </a:r>
            <a:r>
              <a:rPr lang="ru-RU" sz="1700"/>
              <a:t>вход в 5-20 аккаунтов на чужом ПК</a:t>
            </a:r>
          </a:p>
          <a:p>
            <a:r>
              <a:rPr lang="ru-RU" sz="1700"/>
              <a:t>• Стадия: </a:t>
            </a:r>
            <a:r>
              <a:rPr lang="en-US" sz="1700"/>
              <a:t>Concierge MVP → </a:t>
            </a:r>
            <a:r>
              <a:rPr lang="ru-RU" sz="1700"/>
              <a:t>полноценный </a:t>
            </a:r>
            <a:r>
              <a:rPr lang="en-US" sz="1700"/>
              <a:t>MVP</a:t>
            </a:r>
          </a:p>
          <a:p>
            <a:r>
              <a:rPr lang="en-US" sz="1700"/>
              <a:t>• Seed: 10 </a:t>
            </a:r>
            <a:r>
              <a:rPr lang="ru-RU" sz="1700"/>
              <a:t>млн руб. (практика №24)</a:t>
            </a:r>
          </a:p>
        </p:txBody>
      </p:sp>
    </p:spTree>
    <p:extLst>
      <p:ext uri="{BB962C8B-B14F-4D97-AF65-F5344CB8AC3E}">
        <p14:creationId xmlns:p14="http://schemas.microsoft.com/office/powerpoint/2010/main" val="170902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1F8ED-FBDE-4238-AC1C-63CD37054BA8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Цели и метрики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8B4E2-998F-4887-B4B5-F5A32ABFC6C0}"/>
              </a:ext>
            </a:extLst>
          </p:cNvPr>
          <p:cNvSpPr txBox="1"/>
          <p:nvPr/>
        </p:nvSpPr>
        <p:spPr>
          <a:xfrm>
            <a:off x="457200" y="1219200"/>
            <a:ext cx="82296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0-3 мес.: 50+ QR-сессий/нед, 10 платящих</a:t>
            </a:r>
          </a:p>
          <a:p>
            <a:r>
              <a:rPr lang="ru-RU" sz="1700"/>
              <a:t>• 3-6 мес.: MRR 8 500 руб., 3 пилота B2B</a:t>
            </a:r>
          </a:p>
          <a:p>
            <a:r>
              <a:rPr lang="ru-RU" sz="1700"/>
              <a:t>• 6-12 мес.: 70+ платящих, LTV/CAC &gt; 3</a:t>
            </a:r>
          </a:p>
        </p:txBody>
      </p:sp>
    </p:spTree>
    <p:extLst>
      <p:ext uri="{BB962C8B-B14F-4D97-AF65-F5344CB8AC3E}">
        <p14:creationId xmlns:p14="http://schemas.microsoft.com/office/powerpoint/2010/main" val="89671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6FB20-8B06-49CB-BC66-90655B5CE346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NSM </a:t>
            </a:r>
            <a:r>
              <a:rPr lang="ru-RU" sz="2800" b="1"/>
              <a:t>и воронка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D24DE-2022-499F-86F7-9A604A88A8F2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/>
              <a:t>• NSM: </a:t>
            </a:r>
            <a:r>
              <a:rPr lang="ru-RU" sz="1700"/>
              <a:t>успешные </a:t>
            </a:r>
            <a:r>
              <a:rPr lang="en-US" sz="1700"/>
              <a:t>QR-</a:t>
            </a:r>
            <a:r>
              <a:rPr lang="ru-RU" sz="1700"/>
              <a:t>сессии / неделя</a:t>
            </a:r>
          </a:p>
          <a:p>
            <a:r>
              <a:rPr lang="ru-RU" sz="1700"/>
              <a:t>• Поддержка: </a:t>
            </a:r>
            <a:r>
              <a:rPr lang="en-US" sz="1700"/>
              <a:t>demo, trial, MRR, churn, CAC, Reply Rate TG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278811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2CF26-0103-4787-940C-E62196437950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Backlog (18 </a:t>
            </a:r>
            <a:r>
              <a:rPr lang="ru-RU" sz="2800" b="1"/>
              <a:t>инициатив)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9E135-3E14-4A11-8BC2-B91E4FBCEDDF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Продукт/UX: 4 | Разработка: 4 | Аналитика: 2</a:t>
            </a:r>
          </a:p>
          <a:p>
            <a:r>
              <a:rPr lang="ru-RU" sz="1700"/>
              <a:t>• Маркетинг: 4 | Продажи: 2 | Поддержка/операции: 2</a:t>
            </a:r>
          </a:p>
        </p:txBody>
      </p:sp>
    </p:spTree>
    <p:extLst>
      <p:ext uri="{BB962C8B-B14F-4D97-AF65-F5344CB8AC3E}">
        <p14:creationId xmlns:p14="http://schemas.microsoft.com/office/powerpoint/2010/main" val="322747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D6883-9A75-41AA-BAB3-651C1EA939B1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Приоритизация </a:t>
            </a:r>
            <a:r>
              <a:rPr lang="en-US" sz="2800" b="1"/>
              <a:t>ICE</a:t>
            </a:r>
            <a:endParaRPr lang="ru-RU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E5591-F6BA-4452-867B-7710B31EA536}"/>
              </a:ext>
            </a:extLst>
          </p:cNvPr>
          <p:cNvSpPr txBox="1"/>
          <p:nvPr/>
        </p:nvSpPr>
        <p:spPr>
          <a:xfrm>
            <a:off x="457200" y="1219200"/>
            <a:ext cx="82296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Топ: аналитика (12.5), TG-аутрич (10), A/B лендинга (8)</a:t>
            </a:r>
          </a:p>
          <a:p>
            <a:r>
              <a:rPr lang="ru-RU" sz="1700"/>
              <a:t>• В релиз 0-3 мес.: 12 инициатив «Взять»</a:t>
            </a:r>
          </a:p>
          <a:p>
            <a:r>
              <a:rPr lang="ru-RU" sz="1700"/>
              <a:t>• Отложено: корп. тариф, рефералы, API Meta</a:t>
            </a:r>
          </a:p>
        </p:txBody>
      </p:sp>
    </p:spTree>
    <p:extLst>
      <p:ext uri="{BB962C8B-B14F-4D97-AF65-F5344CB8AC3E}">
        <p14:creationId xmlns:p14="http://schemas.microsoft.com/office/powerpoint/2010/main" val="403264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D79B4-44DF-4D30-A21E-3B048A1EF1A0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Roadmap 3-6 </a:t>
            </a:r>
            <a:r>
              <a:rPr lang="ru-RU" sz="2800" b="1"/>
              <a:t>мес.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5833F-33E3-4C6A-ACB4-1F9121CB385C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М1: </a:t>
            </a:r>
            <a:r>
              <a:rPr lang="en-US" sz="1700"/>
              <a:t>v0.1 + </a:t>
            </a:r>
            <a:r>
              <a:rPr lang="ru-RU" sz="1700"/>
              <a:t>аналитика | М2: </a:t>
            </a:r>
            <a:r>
              <a:rPr lang="en-US" sz="1700"/>
              <a:t>GTM + </a:t>
            </a:r>
            <a:r>
              <a:rPr lang="ru-RU" sz="1700"/>
              <a:t>шифрование</a:t>
            </a:r>
          </a:p>
          <a:p>
            <a:r>
              <a:rPr lang="ru-RU" sz="1700"/>
              <a:t>• М3: 10 </a:t>
            </a:r>
            <a:r>
              <a:rPr lang="en-US" sz="1700"/>
              <a:t>paying | </a:t>
            </a:r>
            <a:r>
              <a:rPr lang="ru-RU" sz="1700"/>
              <a:t>М4-6: </a:t>
            </a:r>
            <a:r>
              <a:rPr lang="en-US" sz="1700"/>
              <a:t>mobile, </a:t>
            </a:r>
            <a:r>
              <a:rPr lang="ru-RU" sz="1700"/>
              <a:t>коворкинги, </a:t>
            </a:r>
            <a:r>
              <a:rPr lang="en-US" sz="1700"/>
              <a:t>Beta v1.0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291098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72D98-749E-4E2D-9B68-1F37F4109BB4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План 6-12 мес.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DE40E-3234-4405-B31B-60715431AD57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Рефералы, API-интеграции, корп. пакеты</a:t>
            </a:r>
          </a:p>
          <a:p>
            <a:r>
              <a:rPr lang="ru-RU" sz="1700"/>
              <a:t>• 70+ платящих, устойчивая экономика</a:t>
            </a:r>
          </a:p>
        </p:txBody>
      </p:sp>
    </p:spTree>
    <p:extLst>
      <p:ext uri="{BB962C8B-B14F-4D97-AF65-F5344CB8AC3E}">
        <p14:creationId xmlns:p14="http://schemas.microsoft.com/office/powerpoint/2010/main" val="43526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B5FDBA-F3CE-4FE2-9720-456EE08F7A13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Модель команды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C020A-ED1E-4788-8FD6-716E614B0800}"/>
              </a:ext>
            </a:extLst>
          </p:cNvPr>
          <p:cNvSpPr txBox="1"/>
          <p:nvPr/>
        </p:nvSpPr>
        <p:spPr>
          <a:xfrm>
            <a:off x="457200" y="1219200"/>
            <a:ext cx="82296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4 основателя + UX аутсорс 0.25 FTE</a:t>
            </a:r>
          </a:p>
          <a:p>
            <a:r>
              <a:rPr lang="ru-RU" sz="1700"/>
              <a:t>• Узкое место: 0.8 FTE dev (Шагалин)</a:t>
            </a:r>
          </a:p>
          <a:p>
            <a:r>
              <a:rPr lang="ru-RU" sz="1700"/>
              <a:t>• Минимум 0-3 мес. — без отдельного QA FTE</a:t>
            </a:r>
          </a:p>
        </p:txBody>
      </p:sp>
    </p:spTree>
    <p:extLst>
      <p:ext uri="{BB962C8B-B14F-4D97-AF65-F5344CB8AC3E}">
        <p14:creationId xmlns:p14="http://schemas.microsoft.com/office/powerpoint/2010/main" val="74862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D7469-D598-440E-BA16-ECA86EAEC911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RACI (</a:t>
            </a:r>
            <a:r>
              <a:rPr lang="ru-RU" sz="2800" b="1"/>
              <a:t>фрагмент)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6ED9B-47C8-4F8D-9248-C1D8966BF237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/>
              <a:t>• Backlog: A </a:t>
            </a:r>
            <a:r>
              <a:rPr lang="ru-RU" sz="1700"/>
              <a:t>Голикова | </a:t>
            </a:r>
            <a:r>
              <a:rPr lang="en-US" sz="1700"/>
              <a:t>Dev: A/R </a:t>
            </a:r>
            <a:r>
              <a:rPr lang="ru-RU" sz="1700"/>
              <a:t>Шагалин</a:t>
            </a:r>
          </a:p>
          <a:p>
            <a:r>
              <a:rPr lang="ru-RU" sz="1700"/>
              <a:t>• Маркетинг: </a:t>
            </a:r>
            <a:r>
              <a:rPr lang="en-US" sz="1700"/>
              <a:t>A/R </a:t>
            </a:r>
            <a:r>
              <a:rPr lang="ru-RU" sz="1700"/>
              <a:t>Кушаева | </a:t>
            </a:r>
            <a:r>
              <a:rPr lang="en-US" sz="1700"/>
              <a:t>B2B: A/R </a:t>
            </a:r>
            <a:r>
              <a:rPr lang="ru-RU" sz="1700"/>
              <a:t>Шибанов</a:t>
            </a:r>
          </a:p>
        </p:txBody>
      </p:sp>
    </p:spTree>
    <p:extLst>
      <p:ext uri="{BB962C8B-B14F-4D97-AF65-F5344CB8AC3E}">
        <p14:creationId xmlns:p14="http://schemas.microsoft.com/office/powerpoint/2010/main" val="151697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739C4-355E-4A0E-824C-50B2CB9B95CC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Коммуникация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CC1ED-58D0-4C2D-AB08-2EF22C893196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Kaiten/Notion, планирование еженедельно</a:t>
            </a:r>
          </a:p>
          <a:p>
            <a:r>
              <a:rPr lang="ru-RU" sz="1700"/>
              <a:t>• Изменение roadmap — через NSM и цели</a:t>
            </a:r>
          </a:p>
        </p:txBody>
      </p:sp>
    </p:spTree>
    <p:extLst>
      <p:ext uri="{BB962C8B-B14F-4D97-AF65-F5344CB8AC3E}">
        <p14:creationId xmlns:p14="http://schemas.microsoft.com/office/powerpoint/2010/main" val="236567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09E693-6DDC-44D9-AA31-FB223C7F853A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Риски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52640-F487-41DD-B2A0-8BC3319D8A48}"/>
              </a:ext>
            </a:extLst>
          </p:cNvPr>
          <p:cNvSpPr txBox="1"/>
          <p:nvPr/>
        </p:nvSpPr>
        <p:spPr>
          <a:xfrm>
            <a:off x="457200" y="1219200"/>
            <a:ext cx="8229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Сроки dev | Безопасность | TG-масштаб</a:t>
            </a:r>
          </a:p>
          <a:p>
            <a:r>
              <a:rPr lang="ru-RU" sz="1700"/>
              <a:t>• Меры: MoSCoW, E2E, коворкинги, аналитика в мес.1</a:t>
            </a:r>
          </a:p>
        </p:txBody>
      </p:sp>
    </p:spTree>
    <p:extLst>
      <p:ext uri="{BB962C8B-B14F-4D97-AF65-F5344CB8AC3E}">
        <p14:creationId xmlns:p14="http://schemas.microsoft.com/office/powerpoint/2010/main" val="1664235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1CF86-BC54-4C46-8F28-79A2959C435E}"/>
              </a:ext>
            </a:extLst>
          </p:cNvPr>
          <p:cNvSpPr txBox="1"/>
          <p:nvPr/>
        </p:nvSpPr>
        <p:spPr>
          <a:xfrm>
            <a:off x="457200" y="355600"/>
            <a:ext cx="8229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Выводы и </a:t>
            </a:r>
            <a:r>
              <a:rPr lang="en-US" sz="2800" b="1"/>
              <a:t>next steps</a:t>
            </a:r>
            <a:endParaRPr lang="ru-RU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573C3-2EA7-4C40-A2BE-704B04494E56}"/>
              </a:ext>
            </a:extLst>
          </p:cNvPr>
          <p:cNvSpPr txBox="1"/>
          <p:nvPr/>
        </p:nvSpPr>
        <p:spPr>
          <a:xfrm>
            <a:off x="457200" y="1219200"/>
            <a:ext cx="82296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/>
              <a:t>• Релиз v0.1 — месяц 1</a:t>
            </a:r>
          </a:p>
          <a:p>
            <a:r>
              <a:rPr lang="ru-RU" sz="1700"/>
              <a:t>• Спринт 1: аналитика + Chrome MVP + TG</a:t>
            </a:r>
          </a:p>
          <a:p>
            <a:r>
              <a:rPr lang="ru-RU" sz="1700"/>
              <a:t>• Согласовано с финпланом и pitch deck (№24, №26)</a:t>
            </a:r>
          </a:p>
        </p:txBody>
      </p:sp>
    </p:spTree>
    <p:extLst>
      <p:ext uri="{BB962C8B-B14F-4D97-AF65-F5344CB8AC3E}">
        <p14:creationId xmlns:p14="http://schemas.microsoft.com/office/powerpoint/2010/main" val="33217991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Широкоэкранный</PresentationFormat>
  <Paragraphs>44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Герман Шибанов</dc:creator>
  <cp:lastModifiedBy>Герман Шибанов</cp:lastModifiedBy>
  <cp:revision>1</cp:revision>
  <dcterms:created xsi:type="dcterms:W3CDTF">2026-05-19T10:22:30Z</dcterms:created>
  <dcterms:modified xsi:type="dcterms:W3CDTF">2026-05-19T10:22:32Z</dcterms:modified>
</cp:coreProperties>
</file>